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79206-B585-4E04-B8E7-8C945EF6057F}" v="1" dt="2026-03-31T17:24:21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utham janiga" userId="ffb4dfaad6811ca8" providerId="LiveId" clId="{72791A88-55C5-431E-AE9A-6C65EB1E0BC6}"/>
    <pc:docChg chg="custSel modSld">
      <pc:chgData name="goutham janiga" userId="ffb4dfaad6811ca8" providerId="LiveId" clId="{72791A88-55C5-431E-AE9A-6C65EB1E0BC6}" dt="2026-03-31T17:24:21.527" v="2" actId="27636"/>
      <pc:docMkLst>
        <pc:docMk/>
      </pc:docMkLst>
      <pc:sldChg chg="modSp mod">
        <pc:chgData name="goutham janiga" userId="ffb4dfaad6811ca8" providerId="LiveId" clId="{72791A88-55C5-431E-AE9A-6C65EB1E0BC6}" dt="2026-03-31T17:24:21.390" v="1" actId="27636"/>
        <pc:sldMkLst>
          <pc:docMk/>
          <pc:sldMk cId="2710568006" sldId="256"/>
        </pc:sldMkLst>
        <pc:spChg chg="mod">
          <ac:chgData name="goutham janiga" userId="ffb4dfaad6811ca8" providerId="LiveId" clId="{72791A88-55C5-431E-AE9A-6C65EB1E0BC6}" dt="2026-03-31T17:24:21.390" v="1" actId="27636"/>
          <ac:spMkLst>
            <pc:docMk/>
            <pc:sldMk cId="2710568006" sldId="256"/>
            <ac:spMk id="3" creationId="{2D5B674D-B6C6-A06C-1AA1-58144771B4A9}"/>
          </ac:spMkLst>
        </pc:spChg>
      </pc:sldChg>
      <pc:sldChg chg="modSp">
        <pc:chgData name="goutham janiga" userId="ffb4dfaad6811ca8" providerId="LiveId" clId="{72791A88-55C5-431E-AE9A-6C65EB1E0BC6}" dt="2026-03-31T17:24:21.255" v="0"/>
        <pc:sldMkLst>
          <pc:docMk/>
          <pc:sldMk cId="1977283827" sldId="257"/>
        </pc:sldMkLst>
        <pc:spChg chg="mod">
          <ac:chgData name="goutham janiga" userId="ffb4dfaad6811ca8" providerId="LiveId" clId="{72791A88-55C5-431E-AE9A-6C65EB1E0BC6}" dt="2026-03-31T17:24:21.255" v="0"/>
          <ac:spMkLst>
            <pc:docMk/>
            <pc:sldMk cId="1977283827" sldId="257"/>
            <ac:spMk id="2" creationId="{1957FF49-AA26-2F5B-388F-896865DC9A92}"/>
          </ac:spMkLst>
        </pc:spChg>
      </pc:sldChg>
      <pc:sldChg chg="modSp">
        <pc:chgData name="goutham janiga" userId="ffb4dfaad6811ca8" providerId="LiveId" clId="{72791A88-55C5-431E-AE9A-6C65EB1E0BC6}" dt="2026-03-31T17:24:21.255" v="0"/>
        <pc:sldMkLst>
          <pc:docMk/>
          <pc:sldMk cId="947392172" sldId="258"/>
        </pc:sldMkLst>
        <pc:spChg chg="mod">
          <ac:chgData name="goutham janiga" userId="ffb4dfaad6811ca8" providerId="LiveId" clId="{72791A88-55C5-431E-AE9A-6C65EB1E0BC6}" dt="2026-03-31T17:24:21.255" v="0"/>
          <ac:spMkLst>
            <pc:docMk/>
            <pc:sldMk cId="947392172" sldId="258"/>
            <ac:spMk id="2" creationId="{F1D1CD7C-08A0-E307-4404-7492D5E05FDE}"/>
          </ac:spMkLst>
        </pc:spChg>
        <pc:spChg chg="mod">
          <ac:chgData name="goutham janiga" userId="ffb4dfaad6811ca8" providerId="LiveId" clId="{72791A88-55C5-431E-AE9A-6C65EB1E0BC6}" dt="2026-03-31T17:24:21.255" v="0"/>
          <ac:spMkLst>
            <pc:docMk/>
            <pc:sldMk cId="947392172" sldId="258"/>
            <ac:spMk id="3" creationId="{BEF60319-DB7F-4714-DE37-D0892F635289}"/>
          </ac:spMkLst>
        </pc:spChg>
      </pc:sldChg>
      <pc:sldChg chg="modSp">
        <pc:chgData name="goutham janiga" userId="ffb4dfaad6811ca8" providerId="LiveId" clId="{72791A88-55C5-431E-AE9A-6C65EB1E0BC6}" dt="2026-03-31T17:24:21.255" v="0"/>
        <pc:sldMkLst>
          <pc:docMk/>
          <pc:sldMk cId="2845157581" sldId="259"/>
        </pc:sldMkLst>
        <pc:spChg chg="mod">
          <ac:chgData name="goutham janiga" userId="ffb4dfaad6811ca8" providerId="LiveId" clId="{72791A88-55C5-431E-AE9A-6C65EB1E0BC6}" dt="2026-03-31T17:24:21.255" v="0"/>
          <ac:spMkLst>
            <pc:docMk/>
            <pc:sldMk cId="2845157581" sldId="259"/>
            <ac:spMk id="2" creationId="{E8714C22-20DF-9F51-78FC-F9F191391227}"/>
          </ac:spMkLst>
        </pc:spChg>
        <pc:spChg chg="mod">
          <ac:chgData name="goutham janiga" userId="ffb4dfaad6811ca8" providerId="LiveId" clId="{72791A88-55C5-431E-AE9A-6C65EB1E0BC6}" dt="2026-03-31T17:24:21.255" v="0"/>
          <ac:spMkLst>
            <pc:docMk/>
            <pc:sldMk cId="2845157581" sldId="259"/>
            <ac:spMk id="3" creationId="{081A8F65-9546-E08C-5DAF-E2A902853741}"/>
          </ac:spMkLst>
        </pc:spChg>
      </pc:sldChg>
      <pc:sldChg chg="modSp">
        <pc:chgData name="goutham janiga" userId="ffb4dfaad6811ca8" providerId="LiveId" clId="{72791A88-55C5-431E-AE9A-6C65EB1E0BC6}" dt="2026-03-31T17:24:21.255" v="0"/>
        <pc:sldMkLst>
          <pc:docMk/>
          <pc:sldMk cId="963078000" sldId="260"/>
        </pc:sldMkLst>
        <pc:spChg chg="mod">
          <ac:chgData name="goutham janiga" userId="ffb4dfaad6811ca8" providerId="LiveId" clId="{72791A88-55C5-431E-AE9A-6C65EB1E0BC6}" dt="2026-03-31T17:24:21.255" v="0"/>
          <ac:spMkLst>
            <pc:docMk/>
            <pc:sldMk cId="963078000" sldId="260"/>
            <ac:spMk id="2" creationId="{6AD94F87-BA0C-796B-2D0E-D3CFB9FAB3C4}"/>
          </ac:spMkLst>
        </pc:spChg>
        <pc:spChg chg="mod">
          <ac:chgData name="goutham janiga" userId="ffb4dfaad6811ca8" providerId="LiveId" clId="{72791A88-55C5-431E-AE9A-6C65EB1E0BC6}" dt="2026-03-31T17:24:21.255" v="0"/>
          <ac:spMkLst>
            <pc:docMk/>
            <pc:sldMk cId="963078000" sldId="260"/>
            <ac:spMk id="3" creationId="{9A18A27B-00D6-4217-A45E-46223069AD88}"/>
          </ac:spMkLst>
        </pc:spChg>
      </pc:sldChg>
      <pc:sldChg chg="modSp">
        <pc:chgData name="goutham janiga" userId="ffb4dfaad6811ca8" providerId="LiveId" clId="{72791A88-55C5-431E-AE9A-6C65EB1E0BC6}" dt="2026-03-31T17:24:21.255" v="0"/>
        <pc:sldMkLst>
          <pc:docMk/>
          <pc:sldMk cId="2019381642" sldId="261"/>
        </pc:sldMkLst>
        <pc:spChg chg="mod">
          <ac:chgData name="goutham janiga" userId="ffb4dfaad6811ca8" providerId="LiveId" clId="{72791A88-55C5-431E-AE9A-6C65EB1E0BC6}" dt="2026-03-31T17:24:21.255" v="0"/>
          <ac:spMkLst>
            <pc:docMk/>
            <pc:sldMk cId="2019381642" sldId="261"/>
            <ac:spMk id="2" creationId="{E1AA5BF6-BB2D-5138-70BD-24EB1DCDF817}"/>
          </ac:spMkLst>
        </pc:spChg>
      </pc:sldChg>
      <pc:sldChg chg="modSp">
        <pc:chgData name="goutham janiga" userId="ffb4dfaad6811ca8" providerId="LiveId" clId="{72791A88-55C5-431E-AE9A-6C65EB1E0BC6}" dt="2026-03-31T17:24:21.255" v="0"/>
        <pc:sldMkLst>
          <pc:docMk/>
          <pc:sldMk cId="2524132215" sldId="262"/>
        </pc:sldMkLst>
        <pc:spChg chg="mod">
          <ac:chgData name="goutham janiga" userId="ffb4dfaad6811ca8" providerId="LiveId" clId="{72791A88-55C5-431E-AE9A-6C65EB1E0BC6}" dt="2026-03-31T17:24:21.255" v="0"/>
          <ac:spMkLst>
            <pc:docMk/>
            <pc:sldMk cId="2524132215" sldId="262"/>
            <ac:spMk id="2" creationId="{14E2C60B-0D82-2FF7-20CF-6BA9DC31CF64}"/>
          </ac:spMkLst>
        </pc:spChg>
        <pc:spChg chg="mod">
          <ac:chgData name="goutham janiga" userId="ffb4dfaad6811ca8" providerId="LiveId" clId="{72791A88-55C5-431E-AE9A-6C65EB1E0BC6}" dt="2026-03-31T17:24:21.255" v="0"/>
          <ac:spMkLst>
            <pc:docMk/>
            <pc:sldMk cId="2524132215" sldId="262"/>
            <ac:spMk id="3" creationId="{22866DF8-2C20-0034-6F31-9C4DE97E8A90}"/>
          </ac:spMkLst>
        </pc:spChg>
      </pc:sldChg>
      <pc:sldChg chg="modSp mod">
        <pc:chgData name="goutham janiga" userId="ffb4dfaad6811ca8" providerId="LiveId" clId="{72791A88-55C5-431E-AE9A-6C65EB1E0BC6}" dt="2026-03-31T17:24:21.527" v="2" actId="27636"/>
        <pc:sldMkLst>
          <pc:docMk/>
          <pc:sldMk cId="1499028027" sldId="263"/>
        </pc:sldMkLst>
        <pc:spChg chg="mod">
          <ac:chgData name="goutham janiga" userId="ffb4dfaad6811ca8" providerId="LiveId" clId="{72791A88-55C5-431E-AE9A-6C65EB1E0BC6}" dt="2026-03-31T17:24:21.255" v="0"/>
          <ac:spMkLst>
            <pc:docMk/>
            <pc:sldMk cId="1499028027" sldId="263"/>
            <ac:spMk id="2" creationId="{AF9DAD61-115F-2BED-7353-97005F470C47}"/>
          </ac:spMkLst>
        </pc:spChg>
        <pc:spChg chg="mod">
          <ac:chgData name="goutham janiga" userId="ffb4dfaad6811ca8" providerId="LiveId" clId="{72791A88-55C5-431E-AE9A-6C65EB1E0BC6}" dt="2026-03-31T17:24:21.527" v="2" actId="27636"/>
          <ac:spMkLst>
            <pc:docMk/>
            <pc:sldMk cId="1499028027" sldId="263"/>
            <ac:spMk id="3" creationId="{0C56A1F6-DE90-210B-D3D1-CF83280532E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1DCD9-06DE-061A-52A4-E8C915546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A2E1F-52F4-7DDB-F3B9-49FDE2A59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E0C26-CAC9-B3F5-C641-C306F4011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9A07-1377-47D1-9FC5-A586FF47455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C56BA-5B07-6958-37E5-A6255743D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2A510-9D30-13FA-7292-9357670A4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08CB-93C1-41FC-B9E6-029F711A3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86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DEA40-B372-7CE9-5EBF-78D322EBA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C21F4-BE4C-CE01-19A2-758386E94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8B60B-3BD8-4454-79CE-47FBE43AA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9A07-1377-47D1-9FC5-A586FF47455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0EDD0-D3C4-5CAD-DD4D-16EF7F118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38CC2-83E9-1E69-ADEA-3704F2EC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08CB-93C1-41FC-B9E6-029F711A3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958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C08CD-D7E5-A662-2CDF-CF730FDEE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06E0D-BAE9-A2E5-D0B0-CC5F3CF48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85146-9F4A-D592-9DE2-E74DFEAE5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9A07-1377-47D1-9FC5-A586FF47455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0E2A8-1EB0-099E-934E-214A32D48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59EF9-74FC-84F3-4233-32165F22D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08CB-93C1-41FC-B9E6-029F711A3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222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B63E-AADA-0727-F833-F3C82B994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FB30F-12B2-1693-D565-681FEC640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281CE-CF2C-53A1-57A7-0D984399D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D7FF5-8CED-34F4-73CD-7B0068B39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9A07-1377-47D1-9FC5-A586FF47455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4697A-D2B8-3D28-C520-1379A92CB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41BF0-B5EE-F0BC-655E-3E483C464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08CB-93C1-41FC-B9E6-029F711A3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60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31320-74E9-3F83-0C9E-960E9D8CF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AD40A-C425-75E3-5969-6B02B1200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89952-F62E-FC77-B734-99A92FE92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10A80-C318-6C29-2C7A-1FFFD75422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449283-85E6-E5C0-D2DC-61BB4E1C0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A6A279-F37B-F51C-1191-B44C3F720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9A07-1377-47D1-9FC5-A586FF47455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4E8596-E55F-AAB7-91B3-5FA62D3F8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2089A-5D09-F194-B082-AC14A5E8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08CB-93C1-41FC-B9E6-029F711A3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19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49039-2810-F9CB-EC43-D404017E8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357AE9-5657-8F6D-4A75-B091966D8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9A07-1377-47D1-9FC5-A586FF47455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A265A-E31D-9729-241B-F6EC40B7B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1B769-0332-AC91-CEEB-32B642C60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08CB-93C1-41FC-B9E6-029F711A3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1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FF01A1-3693-39B3-17D1-BB1466C32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9A07-1377-47D1-9FC5-A586FF47455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9287F6-8939-8B82-8853-4FE8E0ED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37E17-97DA-BDA6-EE14-C393570C6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08CB-93C1-41FC-B9E6-029F711A3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14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E361D-707E-6CF4-BC61-5F8B5D4DB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ECB29-E91D-CBEF-7674-F7CB198EE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5BC257-3EAC-72F0-D476-B3BE96637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FBB94-548B-A163-B390-F74EC8AAA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9A07-1377-47D1-9FC5-A586FF47455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62424-9D9F-A835-1F97-72F195E6F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1B1A5-B6E0-1EB5-478E-DF7E30DF3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08CB-93C1-41FC-B9E6-029F711A3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44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CEDD-6BFD-BC6C-1023-C7ACC290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D43D90-29E9-36CB-5BEA-5F15AB40B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1F28E-FFE5-D01C-AF66-93E09C9A4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879B4-DC20-3011-11E2-8C3B3448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9A07-1377-47D1-9FC5-A586FF47455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75536-AA41-7142-CE69-348D6ABF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3D1D1-E838-C459-3E37-82EA2E11A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08CB-93C1-41FC-B9E6-029F711A3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538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19B4-BA4E-5BB0-4E74-759FC04BD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289B2C-7F03-8D52-F7CC-C6B856A3D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29D28-7B4F-B41C-F6B7-1F94A7357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9A07-1377-47D1-9FC5-A586FF47455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152E4-4C8E-4D99-EF6A-1F40080D7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326F9-5B71-43B4-A524-2B40C7AD9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08CB-93C1-41FC-B9E6-029F711A3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721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7FECEB-896C-F734-7E4D-4899E51628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D609BC-8F03-FB0C-3588-5CDC66142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B94A5-A7C1-F219-6B25-F50B33BF1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79A07-1377-47D1-9FC5-A586FF47455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C4E26-2582-D620-1CC1-02AFDF011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5C312-FD41-D885-5196-59E377482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D08CB-93C1-41FC-B9E6-029F711A3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770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FE920E-911B-77F4-7123-5772050A3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52B37-1087-C8BB-38CF-FE7D56638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5956F-B965-B283-2C6E-0E5C4AC0D3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F79A07-1377-47D1-9FC5-A586FF47455E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AB89-71BC-0EE2-DBFA-1A453F3E0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E905F-410C-2FF3-8383-2BA3897AC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D08CB-93C1-41FC-B9E6-029F711A3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81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3168C-A500-CE6A-B4DB-2385707FF6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116" y="57896"/>
            <a:ext cx="10325100" cy="2738859"/>
          </a:xfrm>
        </p:spPr>
        <p:txBody>
          <a:bodyPr/>
          <a:lstStyle/>
          <a:p>
            <a:r>
              <a:rPr lang="en-IN" b="1"/>
              <a:t>TRIGGERS</a:t>
            </a:r>
            <a:br>
              <a:rPr lang="en-IN" b="1"/>
            </a:br>
            <a:endParaRPr lang="en-IN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B674D-B6C6-A06C-1AA1-58144771B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75760" y="398303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err="1"/>
              <a:t>Subject:Database</a:t>
            </a:r>
            <a:r>
              <a:rPr lang="en-IN"/>
              <a:t>  Management </a:t>
            </a:r>
            <a:r>
              <a:rPr lang="en-IN" err="1"/>
              <a:t>Sysyems</a:t>
            </a:r>
            <a:endParaRPr lang="en-IN"/>
          </a:p>
          <a:p>
            <a:pPr algn="l"/>
            <a:r>
              <a:rPr lang="en-IN"/>
              <a:t>                             Presented </a:t>
            </a:r>
            <a:r>
              <a:rPr lang="en-IN" err="1"/>
              <a:t>by:Putta</a:t>
            </a:r>
            <a:r>
              <a:rPr lang="en-IN"/>
              <a:t> Sri Tejaswi</a:t>
            </a:r>
          </a:p>
          <a:p>
            <a:pPr algn="l"/>
            <a:r>
              <a:rPr lang="en-IN"/>
              <a:t>		Roll Nunber:247Z1A05O1</a:t>
            </a:r>
          </a:p>
          <a:p>
            <a:pPr algn="l"/>
            <a:r>
              <a:rPr lang="en-IN"/>
              <a:t>		Branch  -Section  :CSE-D</a:t>
            </a:r>
          </a:p>
          <a:p>
            <a:pPr algn="l"/>
            <a:endParaRPr lang="en-IN"/>
          </a:p>
          <a:p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568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FF49-AA26-2F5B-388F-896865DC9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Introduction to Triggers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99683A7-8B89-5E1A-09F5-A515CA7718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90721"/>
            <a:ext cx="828624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special type of stored procedure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executes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when an event occurs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maintain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integrity and consistency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Associated with a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 or view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728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CD7C-08A0-E307-4404-7492D5E05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Definition &amp; Concept</a:t>
            </a:r>
            <a:br>
              <a:rPr lang="en-IN" b="1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60319-DB7F-4714-DE37-D0892F635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 b="1"/>
              <a:t>trigger</a:t>
            </a:r>
            <a:r>
              <a:rPr lang="en-US"/>
              <a:t> is a database object </a:t>
            </a:r>
          </a:p>
          <a:p>
            <a:r>
              <a:rPr lang="en-US"/>
              <a:t>Activated automatically by events like: </a:t>
            </a:r>
          </a:p>
          <a:p>
            <a:pPr lvl="1"/>
            <a:r>
              <a:rPr lang="en-US"/>
              <a:t>INSERT </a:t>
            </a:r>
          </a:p>
          <a:p>
            <a:pPr lvl="1"/>
            <a:r>
              <a:rPr lang="en-US"/>
              <a:t>UPDATE </a:t>
            </a:r>
          </a:p>
          <a:p>
            <a:pPr lvl="1"/>
            <a:r>
              <a:rPr lang="en-US"/>
              <a:t>DELETE </a:t>
            </a:r>
          </a:p>
          <a:p>
            <a:r>
              <a:rPr lang="en-US"/>
              <a:t>Based on </a:t>
            </a:r>
            <a:r>
              <a:rPr lang="en-US" b="1"/>
              <a:t>ECA Model</a:t>
            </a:r>
            <a:r>
              <a:rPr lang="en-US"/>
              <a:t>: </a:t>
            </a:r>
          </a:p>
          <a:p>
            <a:pPr lvl="1"/>
            <a:r>
              <a:rPr lang="en-US"/>
              <a:t>Event → Condition → Action 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392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14C22-20DF-9F51-78FC-F9F191391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Types of Triggers</a:t>
            </a:r>
            <a:br>
              <a:rPr lang="en-IN" b="1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A8F65-9546-E08C-5DAF-E2A902853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BEFORE Trigger</a:t>
            </a:r>
            <a:r>
              <a:rPr lang="en-US"/>
              <a:t> → Executes before event </a:t>
            </a:r>
          </a:p>
          <a:p>
            <a:pPr marL="0" indent="0">
              <a:buNone/>
            </a:pPr>
            <a:endParaRPr lang="en-US"/>
          </a:p>
          <a:p>
            <a:r>
              <a:rPr lang="en-US" b="1"/>
              <a:t>AFTER Trigger</a:t>
            </a:r>
            <a:r>
              <a:rPr lang="en-US"/>
              <a:t> → Executes after event </a:t>
            </a:r>
          </a:p>
          <a:p>
            <a:pPr marL="0" indent="0">
              <a:buNone/>
            </a:pPr>
            <a:endParaRPr lang="en-US"/>
          </a:p>
          <a:p>
            <a:r>
              <a:rPr lang="en-US" b="1"/>
              <a:t>INSTEAD OF Trigger</a:t>
            </a:r>
            <a:r>
              <a:rPr lang="en-US"/>
              <a:t> → Replaces actual operation (used with views) 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157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94F87-BA0C-796B-2D0E-D3CFB9FAB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Trigger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8A27B-00D6-4217-A45E-46223069A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Row-Level Trigger</a:t>
            </a:r>
            <a:r>
              <a:rPr lang="en-US"/>
              <a:t> </a:t>
            </a:r>
          </a:p>
          <a:p>
            <a:pPr lvl="1"/>
            <a:r>
              <a:rPr lang="en-US"/>
              <a:t>Executes for each row </a:t>
            </a:r>
          </a:p>
          <a:p>
            <a:pPr marL="457200" lvl="1" indent="0">
              <a:buNone/>
            </a:pPr>
            <a:endParaRPr lang="en-US"/>
          </a:p>
          <a:p>
            <a:r>
              <a:rPr lang="en-US" b="1"/>
              <a:t>Statement-Level Trigger</a:t>
            </a:r>
            <a:r>
              <a:rPr lang="en-US"/>
              <a:t> </a:t>
            </a:r>
          </a:p>
          <a:p>
            <a:pPr lvl="1"/>
            <a:r>
              <a:rPr lang="en-US"/>
              <a:t>Executes once per statement 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078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A5BF6-BB2D-5138-70BD-24EB1DCDF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Trigger Syntax</a:t>
            </a:r>
            <a:br>
              <a:rPr lang="en-IN" b="1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7FF9D-5947-2D34-60EA-CFB0FEBA0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871" y="2152201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/>
              <a:t>CREATE TRIGGER </a:t>
            </a:r>
            <a:r>
              <a:rPr lang="en-US" sz="2000" err="1"/>
              <a:t>trigger_name</a:t>
            </a:r>
            <a:r>
              <a:rPr lang="en-US" sz="2000"/>
              <a:t>        </a:t>
            </a:r>
          </a:p>
          <a:p>
            <a:r>
              <a:rPr lang="en-US" sz="2000"/>
              <a:t>BEFORE/AFTER INSERT/UPDATE/DELETE</a:t>
            </a:r>
          </a:p>
          <a:p>
            <a:r>
              <a:rPr lang="en-US" sz="2000"/>
              <a:t>ON </a:t>
            </a:r>
            <a:r>
              <a:rPr lang="en-US" sz="2000" err="1"/>
              <a:t>table_name</a:t>
            </a:r>
            <a:endParaRPr lang="en-US" sz="2000"/>
          </a:p>
          <a:p>
            <a:r>
              <a:rPr lang="en-US" sz="2000"/>
              <a:t>FOR EACH ROW</a:t>
            </a:r>
          </a:p>
          <a:p>
            <a:r>
              <a:rPr lang="en-US" sz="2000"/>
              <a:t>BEGIN</a:t>
            </a:r>
          </a:p>
          <a:p>
            <a:r>
              <a:rPr lang="en-US" sz="2000"/>
              <a:t>   -- SQL statements</a:t>
            </a:r>
          </a:p>
          <a:p>
            <a:r>
              <a:rPr lang="en-US" sz="2000"/>
              <a:t>END;</a:t>
            </a:r>
            <a:endParaRPr lang="en-IN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EA3E6E-6100-7BC0-4B98-A03BAD1F6033}"/>
              </a:ext>
            </a:extLst>
          </p:cNvPr>
          <p:cNvSpPr txBox="1"/>
          <p:nvPr/>
        </p:nvSpPr>
        <p:spPr>
          <a:xfrm>
            <a:off x="6180374" y="2057405"/>
            <a:ext cx="58211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CREATE TRIGGER </a:t>
            </a:r>
            <a:r>
              <a:rPr lang="en-US" err="1"/>
              <a:t>check_salary</a:t>
            </a:r>
            <a:endParaRPr lang="en-US"/>
          </a:p>
          <a:p>
            <a:r>
              <a:rPr lang="en-US"/>
              <a:t>BEFORE INSERT</a:t>
            </a:r>
          </a:p>
          <a:p>
            <a:r>
              <a:rPr lang="en-US"/>
              <a:t>ON employees</a:t>
            </a:r>
          </a:p>
          <a:p>
            <a:r>
              <a:rPr lang="en-US"/>
              <a:t>FOR EACH ROW</a:t>
            </a:r>
          </a:p>
          <a:p>
            <a:r>
              <a:rPr lang="en-US"/>
              <a:t>BEGIN</a:t>
            </a:r>
          </a:p>
          <a:p>
            <a:r>
              <a:rPr lang="en-US"/>
              <a:t>   IF </a:t>
            </a:r>
            <a:r>
              <a:rPr lang="en-US" err="1"/>
              <a:t>NEW.salary</a:t>
            </a:r>
            <a:r>
              <a:rPr lang="en-US"/>
              <a:t> &lt; 0 THEN</a:t>
            </a:r>
          </a:p>
          <a:p>
            <a:r>
              <a:rPr lang="en-US"/>
              <a:t>      SET </a:t>
            </a:r>
            <a:r>
              <a:rPr lang="en-US" err="1"/>
              <a:t>NEW.salary</a:t>
            </a:r>
            <a:r>
              <a:rPr lang="en-US"/>
              <a:t> = 0;</a:t>
            </a:r>
          </a:p>
          <a:p>
            <a:r>
              <a:rPr lang="en-US"/>
              <a:t>   END IF;</a:t>
            </a:r>
          </a:p>
          <a:p>
            <a:r>
              <a:rPr lang="en-US"/>
              <a:t>END;</a:t>
            </a:r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A81AE-C2DA-6A7A-777C-3B4400473792}"/>
              </a:ext>
            </a:extLst>
          </p:cNvPr>
          <p:cNvSpPr txBox="1"/>
          <p:nvPr/>
        </p:nvSpPr>
        <p:spPr>
          <a:xfrm>
            <a:off x="1240971" y="1534886"/>
            <a:ext cx="2465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/>
              <a:t>SQL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14B6E1-C72F-7A66-DB17-6686BD39455B}"/>
              </a:ext>
            </a:extLst>
          </p:cNvPr>
          <p:cNvSpPr txBox="1"/>
          <p:nvPr/>
        </p:nvSpPr>
        <p:spPr>
          <a:xfrm>
            <a:off x="6180374" y="1534886"/>
            <a:ext cx="2702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019381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2C60B-0D82-2FF7-20CF-6BA9DC31C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Advantages &amp;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66DF8-2C20-0034-6F31-9C4DE97E8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/>
              <a:t>Advantages:</a:t>
            </a:r>
            <a:endParaRPr lang="en-US"/>
          </a:p>
          <a:p>
            <a:r>
              <a:rPr lang="en-US"/>
              <a:t>Automatic execution </a:t>
            </a:r>
          </a:p>
          <a:p>
            <a:r>
              <a:rPr lang="en-US"/>
              <a:t>Ensures data integrity </a:t>
            </a:r>
          </a:p>
          <a:p>
            <a:r>
              <a:rPr lang="en-US"/>
              <a:t>Useful for auditing </a:t>
            </a:r>
          </a:p>
          <a:p>
            <a:pPr marL="0" indent="0">
              <a:buNone/>
            </a:pPr>
            <a:endParaRPr lang="en-US"/>
          </a:p>
          <a:p>
            <a:r>
              <a:rPr lang="en-US" b="1"/>
              <a:t>Disadvantages:</a:t>
            </a:r>
            <a:endParaRPr lang="en-US"/>
          </a:p>
          <a:p>
            <a:r>
              <a:rPr lang="en-US"/>
              <a:t>Hard to debug </a:t>
            </a:r>
          </a:p>
          <a:p>
            <a:r>
              <a:rPr lang="en-US"/>
              <a:t>Hidden logic </a:t>
            </a:r>
          </a:p>
          <a:p>
            <a:r>
              <a:rPr lang="en-US"/>
              <a:t>May reduce performance </a:t>
            </a:r>
          </a:p>
          <a:p>
            <a:pPr marL="0" indent="0">
              <a:buNone/>
            </a:pPr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132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AD61-115F-2BED-7353-97005F470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Applications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6A1F6-DE90-210B-D3D1-CF8328053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4214" cy="4020004"/>
          </a:xfrm>
        </p:spPr>
        <p:txBody>
          <a:bodyPr>
            <a:normAutofit fontScale="92500" lnSpcReduction="10000"/>
          </a:bodyPr>
          <a:lstStyle/>
          <a:p>
            <a:r>
              <a:rPr lang="en-US" b="1"/>
              <a:t>Applications:</a:t>
            </a:r>
            <a:endParaRPr lang="en-US"/>
          </a:p>
          <a:p>
            <a:r>
              <a:rPr lang="en-US"/>
              <a:t>Audit logs </a:t>
            </a:r>
          </a:p>
          <a:p>
            <a:r>
              <a:rPr lang="en-US"/>
              <a:t>Data validation </a:t>
            </a:r>
          </a:p>
          <a:p>
            <a:r>
              <a:rPr lang="en-US"/>
              <a:t>Security rules </a:t>
            </a:r>
          </a:p>
          <a:p>
            <a:endParaRPr lang="en-US"/>
          </a:p>
          <a:p>
            <a:r>
              <a:rPr lang="en-US" b="1"/>
              <a:t>Conclusion:</a:t>
            </a:r>
            <a:endParaRPr lang="en-US"/>
          </a:p>
          <a:p>
            <a:r>
              <a:rPr lang="en-US"/>
              <a:t>Triggers automate database operations </a:t>
            </a:r>
          </a:p>
          <a:p>
            <a:r>
              <a:rPr lang="en-US"/>
              <a:t>Improve consistency </a:t>
            </a:r>
          </a:p>
          <a:p>
            <a:r>
              <a:rPr lang="en-US"/>
              <a:t>Should be used carefully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028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0FA68-7184-E99C-3598-5C9BAA8D1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729" y="2315482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6000" b="1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95753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247</Words>
  <Application>Microsoft Office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TRIGGERS </vt:lpstr>
      <vt:lpstr>Introduction to Triggers</vt:lpstr>
      <vt:lpstr>Definition &amp; Concept </vt:lpstr>
      <vt:lpstr>Types of Triggers </vt:lpstr>
      <vt:lpstr>Trigger Levels</vt:lpstr>
      <vt:lpstr>Trigger Syntax </vt:lpstr>
      <vt:lpstr>Advantages &amp; Disadvantages</vt:lpstr>
      <vt:lpstr>Applications &amp;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goutham janiga</dc:creator>
  <cp:lastModifiedBy>goutham janiga</cp:lastModifiedBy>
  <cp:revision>1</cp:revision>
  <dcterms:created xsi:type="dcterms:W3CDTF">2026-03-31T16:54:52Z</dcterms:created>
  <dcterms:modified xsi:type="dcterms:W3CDTF">2026-03-31T17:31:37Z</dcterms:modified>
</cp:coreProperties>
</file>